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1" d="100"/>
          <a:sy n="101" d="100"/>
        </p:scale>
        <p:origin x="344" y="16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BDED89-1253-1657-0BA6-9231200D05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2D36E-AAAF-6A0D-0806-395844CBD3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F8B55-6FD6-38F2-604D-92A8706325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8E7221-4483-7832-6C8E-C3EB56C25E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EAA207-D37C-9F40-D4A2-5E2101E3DF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314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5240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E08B11-5AF6-F67F-2961-24FA20E496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63CC87-F12B-4894-28EA-AB25C1DCEB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18CB51-7D73-9117-5362-A4F366B86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201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4001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976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238DF9-239C-6C40-CA06-D681B26BCD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647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2465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30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63A401-EBC0-9176-57AA-583A5917B9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3950473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12401438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59684886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6633605" name="Rectangle 9"/>
          <p:cNvSpPr/>
          <p:nvPr/>
        </p:nvSpPr>
        <p:spPr bwMode="auto"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1503560" name="Title 1"/>
          <p:cNvSpPr>
            <a:spLocks noGrp="1"/>
          </p:cNvSpPr>
          <p:nvPr>
            <p:ph type="ctrTitle"/>
          </p:nvPr>
        </p:nvSpPr>
        <p:spPr bwMode="auto"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6524245" name="Subtitle 2"/>
          <p:cNvSpPr>
            <a:spLocks noGrp="1"/>
          </p:cNvSpPr>
          <p:nvPr>
            <p:ph type="subTitle" idx="1"/>
          </p:nvPr>
        </p:nvSpPr>
        <p:spPr bwMode="auto"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185665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8553769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208589506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255346" y="2750337"/>
            <a:ext cx="1171888" cy="1356442"/>
          </a:xfrm>
        </p:spPr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6994165" name="Picture 14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00396601" name="Picture 15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373335128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336285" name="Rectangle 17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67551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16811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64234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20299917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0876365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7745328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-1" y="4086906"/>
            <a:ext cx="10437812" cy="321164"/>
          </a:xfrm>
          <a:prstGeom prst="rect">
            <a:avLst/>
          </a:prstGeom>
        </p:spPr>
      </p:pic>
      <p:pic>
        <p:nvPicPr>
          <p:cNvPr id="843760034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770113427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2855689" name="Rectangle 9"/>
          <p:cNvSpPr/>
          <p:nvPr/>
        </p:nvSpPr>
        <p:spPr bwMode="auto"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562284" name="Title 1"/>
          <p:cNvSpPr>
            <a:spLocks noGrp="1"/>
          </p:cNvSpPr>
          <p:nvPr>
            <p:ph type="title"/>
          </p:nvPr>
        </p:nvSpPr>
        <p:spPr bwMode="auto"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16031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83772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004788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13733304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2869895"/>
            <a:ext cx="1154151" cy="1090789"/>
          </a:xfrm>
        </p:spPr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1895029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739327626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378015102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3898239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48209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6062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0319" y="2336873"/>
            <a:ext cx="4698358" cy="3599316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6026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594123" y="2336873"/>
            <a:ext cx="4700058" cy="3599316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88768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2807447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21391126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832194" name="Picture 9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432844096" name="Picture 10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343071485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3801694" name="Rectangle 12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985080" name="Title 1"/>
          <p:cNvSpPr>
            <a:spLocks noGrp="1"/>
          </p:cNvSpPr>
          <p:nvPr>
            <p:ph type="title"/>
          </p:nvPr>
        </p:nvSpPr>
        <p:spPr bwMode="auto">
          <a:xfrm>
            <a:off x="680319" y="753229"/>
            <a:ext cx="9613863" cy="108093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38242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06349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98860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0322" y="3030008"/>
            <a:ext cx="4698355" cy="290617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57625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51051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594123" y="3030008"/>
            <a:ext cx="4700059" cy="290617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435271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479409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47592210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2652739" name="Picture 5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91315613" name="Picture 6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62329370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4926210" name="Rectangle 8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97341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72058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72006130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90710093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1637940" name="Picture 4" descr="HD-ShadowShort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56420463" name="Rectangle 5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296085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8731474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20900532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2657826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14707443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18274631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35834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9115938" name="Title 1"/>
          <p:cNvSpPr>
            <a:spLocks noGrp="1"/>
          </p:cNvSpPr>
          <p:nvPr>
            <p:ph type="title"/>
          </p:nvPr>
        </p:nvSpPr>
        <p:spPr bwMode="auto"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714627" name="Content Placeholder 2"/>
          <p:cNvSpPr>
            <a:spLocks noGrp="1"/>
          </p:cNvSpPr>
          <p:nvPr>
            <p:ph idx="1"/>
          </p:nvPr>
        </p:nvSpPr>
        <p:spPr bwMode="auto">
          <a:xfrm>
            <a:off x="4685846" y="2336873"/>
            <a:ext cx="5608336" cy="359931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56863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1651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2976866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1492965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9908985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372452322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003137526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8227553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5010791" name="Title 1"/>
          <p:cNvSpPr>
            <a:spLocks noGrp="1"/>
          </p:cNvSpPr>
          <p:nvPr>
            <p:ph type="title"/>
          </p:nvPr>
        </p:nvSpPr>
        <p:spPr bwMode="auto">
          <a:xfrm>
            <a:off x="680323" y="753227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737258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4868332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474977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88725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3592087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8843733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7377860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855611389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31625824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567237" name="Rectangle 10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0753225" name="Title 1"/>
          <p:cNvSpPr>
            <a:spLocks noGrp="1"/>
          </p:cNvSpPr>
          <p:nvPr>
            <p:ph type="title"/>
          </p:nvPr>
        </p:nvSpPr>
        <p:spPr bwMode="auto"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02989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680322" y="609597"/>
            <a:ext cx="9613859" cy="3589574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361535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72287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2372222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45802896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11309"/>
            <a:ext cx="1154151" cy="1090789"/>
          </a:xfrm>
        </p:spPr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9604400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85894237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44918009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946481" name="Rectangle 10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727756" name="Title 1"/>
          <p:cNvSpPr>
            <a:spLocks noGrp="1"/>
          </p:cNvSpPr>
          <p:nvPr>
            <p:ph type="title"/>
          </p:nvPr>
        </p:nvSpPr>
        <p:spPr bwMode="auto"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30569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26944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565078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210332084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11615"/>
            <a:ext cx="1154151" cy="1090789"/>
          </a:xfrm>
        </p:spPr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7903020" name="Picture 10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279638323" name="Picture 12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82582555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6411715" name="Rectangle 14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6343215" name="Title 1"/>
          <p:cNvSpPr>
            <a:spLocks noGrp="1"/>
          </p:cNvSpPr>
          <p:nvPr>
            <p:ph type="title"/>
          </p:nvPr>
        </p:nvSpPr>
        <p:spPr bwMode="auto"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6358147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30398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4914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7862966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99519999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  <p:sp>
        <p:nvSpPr>
          <p:cNvPr id="1842782606" name="TextBox 15"/>
          <p:cNvSpPr txBox="1"/>
          <p:nvPr/>
        </p:nvSpPr>
        <p:spPr bwMode="auto">
          <a:xfrm>
            <a:off x="583572" y="74811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72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523567476" name="TextBox 16"/>
          <p:cNvSpPr txBox="1"/>
          <p:nvPr/>
        </p:nvSpPr>
        <p:spPr bwMode="auto">
          <a:xfrm>
            <a:off x="9662809" y="3033524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72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0960552" name="Picture 8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71693660" name="Picture 9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58927512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8679348" name="Rectangle 11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681226" name="Title 1"/>
          <p:cNvSpPr>
            <a:spLocks noGrp="1"/>
          </p:cNvSpPr>
          <p:nvPr>
            <p:ph type="title"/>
          </p:nvPr>
        </p:nvSpPr>
        <p:spPr bwMode="auto"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09161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19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91395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8925492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87874731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3429483" name="Picture 12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214458210" name="Picture 13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356546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90241" name="Rectangle 16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0864231" name="Title 1"/>
          <p:cNvSpPr>
            <a:spLocks noGrp="1"/>
          </p:cNvSpPr>
          <p:nvPr>
            <p:ph type="title"/>
          </p:nvPr>
        </p:nvSpPr>
        <p:spPr bwMode="auto">
          <a:xfrm>
            <a:off x="669222" y="753227"/>
            <a:ext cx="9624960" cy="108093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86272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841118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54281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4011459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1649856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0073354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533967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10951194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11212769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Picture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3457921" name="Picture 14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23535734" name="Picture 15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13054430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49749" name="Rectangle 17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2470793" name="Title 1"/>
          <p:cNvSpPr>
            <a:spLocks noGrp="1"/>
          </p:cNvSpPr>
          <p:nvPr>
            <p:ph type="title"/>
          </p:nvPr>
        </p:nvSpPr>
        <p:spPr bwMode="auto">
          <a:xfrm>
            <a:off x="680322" y="753227"/>
            <a:ext cx="9613860" cy="108093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9014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630483" name="Picture Placeholder 2"/>
          <p:cNvSpPr>
            <a:spLocks noChangeAspect="1" noGrp="1"/>
          </p:cNvSpPr>
          <p:nvPr>
            <p:ph type="pic" idx="15"/>
          </p:nvPr>
        </p:nvSpPr>
        <p:spPr bwMode="auto"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64388466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66182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42328607" name="Picture Placeholder 2"/>
          <p:cNvSpPr>
            <a:spLocks noChangeAspect="1" noGrp="1"/>
          </p:cNvSpPr>
          <p:nvPr>
            <p:ph type="pic" idx="21"/>
          </p:nvPr>
        </p:nvSpPr>
        <p:spPr bwMode="auto"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25682645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989875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64860475" name="Picture Placeholder 2"/>
          <p:cNvSpPr>
            <a:spLocks noChangeAspect="1" noGrp="1"/>
          </p:cNvSpPr>
          <p:nvPr>
            <p:ph type="pic" idx="22"/>
          </p:nvPr>
        </p:nvSpPr>
        <p:spPr bwMode="auto"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93073609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828714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01385706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2636197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3767147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506132622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94780930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155216" name="Rectangle 9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899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783840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80231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8318088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12746476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110134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7750318" name="Rectangle 7"/>
          <p:cNvSpPr/>
          <p:nvPr/>
        </p:nvSpPr>
        <p:spPr bwMode="auto"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8729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0129231" y="609597"/>
            <a:ext cx="1073802" cy="4353760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847320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0322" y="609597"/>
            <a:ext cx="8870004" cy="5326589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2342206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807126" y="5936187"/>
            <a:ext cx="2743200" cy="365125"/>
          </a:xfrm>
        </p:spPr>
        <p:txBody>
          <a:bodyPr/>
          <a:lstStyle/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109746458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80321" y="5936188"/>
            <a:ext cx="6126805" cy="365125"/>
          </a:xfrm>
        </p:spPr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210932736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8347202" name="Picture 6" descr="hashOverlay-FullResolve.png"/>
          <p:cNvPicPr>
            <a:picLocks noChangeAspect="1"/>
          </p:cNvPicPr>
          <p:nvPr/>
        </p:nvPicPr>
        <p:blipFill rotWithShape="1">
          <a:blip r:embed="rId19">
            <a:alphaModFix amt="10000"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8455178" name="Title Placeholder 1"/>
          <p:cNvSpPr>
            <a:spLocks noGrp="1"/>
          </p:cNvSpPr>
          <p:nvPr>
            <p:ph type="title"/>
          </p:nvPr>
        </p:nvSpPr>
        <p:spPr bwMode="auto">
          <a:xfrm>
            <a:off x="680321" y="753227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33882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944865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7AB63F1-0B65-426F-AEAD-5A5609CA6079}" type="datetimeFigureOut">
              <a:rPr lang="en-MY"/>
              <a:t>22/10/2020</a:t>
            </a:fld>
            <a:endParaRPr lang="en-MY"/>
          </a:p>
        </p:txBody>
      </p:sp>
      <p:sp>
        <p:nvSpPr>
          <p:cNvPr id="89757269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156692104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E01855-7186-436E-953B-89A4932D985E}" type="slidenum">
              <a:rPr lang="en-MY"/>
              <a:t>‹#›</a:t>
            </a:fld>
            <a:endParaRPr lang="en-MY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967259" name="Title 1"/>
          <p:cNvSpPr>
            <a:spLocks noGrp="1"/>
          </p:cNvSpPr>
          <p:nvPr>
            <p:ph type="ctrTitle"/>
          </p:nvPr>
        </p:nvSpPr>
        <p:spPr bwMode="auto">
          <a:xfrm>
            <a:off x="-831272" y="2179876"/>
            <a:ext cx="9426511" cy="2061448"/>
          </a:xfrm>
        </p:spPr>
        <p:txBody>
          <a:bodyPr/>
          <a:lstStyle/>
          <a:p>
            <a:pPr>
              <a:defRPr/>
            </a:pPr>
            <a:r>
              <a:rPr lang="en-MY" sz="7200">
                <a:latin typeface="Trebuchet MS"/>
                <a:ea typeface="Trebuchet MS"/>
                <a:cs typeface="Trebuchet MS"/>
              </a:rPr>
              <a:t>Simple </a:t>
            </a:r>
            <a:r>
              <a:rPr lang="en-MY" sz="7200">
                <a:latin typeface="Trebuchet MS"/>
                <a:ea typeface="Trebuchet MS"/>
                <a:cs typeface="Trebuchet MS"/>
              </a:rPr>
              <a:t>Calculator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1865257681" name="Subtitle 2"/>
          <p:cNvSpPr>
            <a:spLocks noGrp="1"/>
          </p:cNvSpPr>
          <p:nvPr>
            <p:ph type="subTitle" idx="1"/>
          </p:nvPr>
        </p:nvSpPr>
        <p:spPr bwMode="auto">
          <a:xfrm>
            <a:off x="320282" y="4678124"/>
            <a:ext cx="11551436" cy="191399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MY" sz="3000">
                <a:latin typeface="Trebuchet MS"/>
                <a:ea typeface="Trebuchet MS"/>
                <a:cs typeface="Trebuchet MS"/>
              </a:rPr>
              <a:t>Project done by Yeoh Kean Hoo</a:t>
            </a:r>
            <a:r>
              <a:rPr lang="en" sz="3000">
                <a:latin typeface="Trebuchet MS"/>
                <a:ea typeface="Trebuchet MS"/>
                <a:cs typeface="Trebuchet MS"/>
              </a:rPr>
              <a:t>i - 2 Casmir</a:t>
            </a:r>
            <a:endParaRPr>
              <a:latin typeface="Trebuchet MS"/>
              <a:cs typeface="Trebuchet MS"/>
            </a:endParaRPr>
          </a:p>
        </p:txBody>
      </p:sp>
      <p:pic>
        <p:nvPicPr>
          <p:cNvPr id="1032180242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59617" y="2621156"/>
            <a:ext cx="1691819" cy="1615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996920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MY" sz="4400"/>
              <a:t>Objective</a:t>
            </a:r>
            <a:endParaRPr/>
          </a:p>
        </p:txBody>
      </p:sp>
      <p:sp>
        <p:nvSpPr>
          <p:cNvPr id="5141167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MY"/>
              <a:t>Gain Python Experience</a:t>
            </a:r>
            <a:endParaRPr/>
          </a:p>
          <a:p>
            <a:pPr>
              <a:defRPr/>
            </a:pPr>
            <a:r>
              <a:rPr lang="en-MY"/>
              <a:t>ASK + Math</a:t>
            </a:r>
            <a:endParaRPr/>
          </a:p>
          <a:p>
            <a:pPr>
              <a:defRPr/>
            </a:pPr>
            <a:r>
              <a:rPr lang="en-MY"/>
              <a:t>To make calculating more easier and efficient</a:t>
            </a:r>
            <a:endParaRPr/>
          </a:p>
          <a:p>
            <a:pPr>
              <a:defRPr/>
            </a:pPr>
            <a:endParaRPr lang="en-MY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push dir="u"/>
      </p:transition>
    </mc:Choice>
    <mc:Fallback>
      <p:transition spd="med" advClick="1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77545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MY" sz="4400"/>
              <a:t>Targeted Users</a:t>
            </a:r>
            <a:endParaRPr/>
          </a:p>
        </p:txBody>
      </p:sp>
      <p:sp>
        <p:nvSpPr>
          <p:cNvPr id="89457094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MY"/>
              <a:t>Children</a:t>
            </a:r>
            <a:endParaRPr/>
          </a:p>
          <a:p>
            <a:pPr>
              <a:defRPr/>
            </a:pPr>
            <a:r>
              <a:rPr lang="en-MY"/>
              <a:t>Teenager</a:t>
            </a:r>
            <a:endParaRPr/>
          </a:p>
          <a:p>
            <a:pPr>
              <a:defRPr/>
            </a:pPr>
            <a:r>
              <a:rPr lang="en-MY"/>
              <a:t>Young Adult</a:t>
            </a:r>
            <a:endParaRPr/>
          </a:p>
          <a:p>
            <a:pPr>
              <a:defRPr/>
            </a:pPr>
            <a:r>
              <a:rPr lang="en-MY"/>
              <a:t>Adult</a:t>
            </a:r>
            <a:endParaRPr/>
          </a:p>
          <a:p>
            <a:pPr>
              <a:defRPr/>
            </a:pPr>
            <a:r>
              <a:rPr lang="en-MY"/>
              <a:t>Middle-Age</a:t>
            </a:r>
            <a:endParaRPr/>
          </a:p>
          <a:p>
            <a:pPr>
              <a:defRPr/>
            </a:pPr>
            <a:r>
              <a:rPr lang="en-MY"/>
              <a:t>Senior Citizen</a:t>
            </a:r>
            <a:endParaRPr/>
          </a:p>
          <a:p>
            <a:pPr marL="0" indent="0">
              <a:buNone/>
              <a:defRPr/>
            </a:pPr>
            <a:endParaRPr lang="en-MY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02496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MY" sz="4900"/>
              <a:t>Hardware</a:t>
            </a:r>
            <a:r>
              <a:rPr lang="en-MY" sz="4800"/>
              <a:t> &amp; Software Requirement</a:t>
            </a:r>
            <a:endParaRPr/>
          </a:p>
        </p:txBody>
      </p:sp>
      <p:sp>
        <p:nvSpPr>
          <p:cNvPr id="15993918" name="Content Placeholder 2"/>
          <p:cNvSpPr>
            <a:spLocks noGrp="1"/>
          </p:cNvSpPr>
          <p:nvPr>
            <p:ph idx="1"/>
          </p:nvPr>
        </p:nvSpPr>
        <p:spPr bwMode="auto">
          <a:xfrm>
            <a:off x="680321" y="2336872"/>
            <a:ext cx="9613861" cy="42717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MY"/>
              <a:t>Python 3.8 and later</a:t>
            </a:r>
            <a:endParaRPr/>
          </a:p>
          <a:p>
            <a:pPr>
              <a:defRPr/>
            </a:pPr>
            <a:r>
              <a:rPr lang="en-MY"/>
              <a:t>Windows 7, Windows 8.1 and Windows 10 (tested on Build 1803 &amp; Build 1909)</a:t>
            </a:r>
            <a:endParaRPr/>
          </a:p>
          <a:p>
            <a:pPr>
              <a:defRPr/>
            </a:pPr>
            <a:r>
              <a:rPr lang="en-MY"/>
              <a:t>Mac OS X</a:t>
            </a:r>
            <a:r>
              <a:rPr lang="en-MY"/>
              <a:t> </a:t>
            </a:r>
            <a:r>
              <a:rPr lang="en-MY"/>
              <a:t>10.11</a:t>
            </a:r>
            <a:r>
              <a:rPr lang="en-MY"/>
              <a:t> </a:t>
            </a:r>
            <a:r>
              <a:rPr lang="en-MY"/>
              <a:t>Maverick</a:t>
            </a:r>
            <a:r>
              <a:rPr lang="en"/>
              <a:t>s</a:t>
            </a:r>
            <a:r>
              <a:rPr lang="en-MY"/>
              <a:t> </a:t>
            </a:r>
            <a:r>
              <a:rPr lang="en"/>
              <a:t>and </a:t>
            </a:r>
            <a:r>
              <a:rPr lang="en-MY"/>
              <a:t>later (tested on macOS 10.14 Mojave and macOS 10.15 Catalin</a:t>
            </a:r>
            <a:r>
              <a:rPr lang="en"/>
              <a:t>a</a:t>
            </a:r>
            <a:r>
              <a:rPr lang="en-MY"/>
              <a:t>)</a:t>
            </a:r>
            <a:endParaRPr/>
          </a:p>
          <a:p>
            <a:pPr>
              <a:defRPr/>
            </a:pPr>
            <a:r>
              <a:rPr lang="sv-SE"/>
              <a:t>7MB RAM </a:t>
            </a:r>
            <a:r>
              <a:rPr lang="sv-SE"/>
              <a:t>only</a:t>
            </a:r>
            <a:endParaRPr lang="sv-SE"/>
          </a:p>
          <a:p>
            <a:pPr>
              <a:defRPr/>
            </a:pPr>
            <a:r>
              <a:rPr lang="en"/>
              <a:t>Single</a:t>
            </a:r>
            <a:r>
              <a:rPr lang="sv-SE"/>
              <a:t> Core CPU and higher (Intel &amp; </a:t>
            </a:r>
            <a:r>
              <a:rPr lang="sv-SE"/>
              <a:t>AMD</a:t>
            </a:r>
            <a:r>
              <a:rPr lang="sv-SE"/>
              <a:t>)</a:t>
            </a:r>
            <a:endParaRPr/>
          </a:p>
          <a:p>
            <a:pPr>
              <a:defRPr/>
            </a:pPr>
            <a:r>
              <a:rPr lang="sv-SE"/>
              <a:t>x64 &amp; x86 CPU</a:t>
            </a:r>
            <a:endParaRPr lang="en-MY"/>
          </a:p>
          <a:p>
            <a:pPr>
              <a:defRPr/>
            </a:pP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598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MY"/>
              <a:t>Hardware and software we use and test</a:t>
            </a:r>
            <a:endParaRPr/>
          </a:p>
        </p:txBody>
      </p:sp>
      <p:sp>
        <p:nvSpPr>
          <p:cNvPr id="1485591202" name="Content Placeholder 2"/>
          <p:cNvSpPr>
            <a:spLocks noGrp="1"/>
          </p:cNvSpPr>
          <p:nvPr>
            <p:ph idx="1"/>
          </p:nvPr>
        </p:nvSpPr>
        <p:spPr bwMode="auto">
          <a:xfrm>
            <a:off x="680321" y="2253745"/>
            <a:ext cx="9613861" cy="4133199"/>
          </a:xfrm>
        </p:spPr>
        <p:txBody>
          <a:bodyPr/>
          <a:lstStyle/>
          <a:p>
            <a:pPr>
              <a:defRPr/>
            </a:pPr>
            <a:r>
              <a:rPr lang="en-MY"/>
              <a:t>Python 3.8 </a:t>
            </a:r>
            <a:r>
              <a:rPr lang="en-MY"/>
              <a:t>32-Bit (Windows)</a:t>
            </a:r>
            <a:endParaRPr/>
          </a:p>
          <a:p>
            <a:pPr>
              <a:defRPr/>
            </a:pPr>
            <a:r>
              <a:rPr lang="en-MY"/>
              <a:t>Python 3.9 64-Bit (</a:t>
            </a:r>
            <a:r>
              <a:rPr lang="en-MY"/>
              <a:t>macOS</a:t>
            </a:r>
            <a:r>
              <a:rPr lang="en-MY"/>
              <a:t>)</a:t>
            </a:r>
            <a:endParaRPr lang="en-MY"/>
          </a:p>
          <a:p>
            <a:pPr>
              <a:defRPr/>
            </a:pPr>
            <a:r>
              <a:rPr lang="en-MY"/>
              <a:t>Windows</a:t>
            </a:r>
            <a:endParaRPr/>
          </a:p>
          <a:p>
            <a:pPr>
              <a:defRPr/>
            </a:pPr>
            <a:r>
              <a:rPr lang="en-MY"/>
              <a:t>Mac</a:t>
            </a:r>
            <a:r>
              <a:rPr lang="en"/>
              <a:t> (Apple)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977056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Simple Calculator running on </a:t>
            </a:r>
            <a:r>
              <a:rPr lang="en-US"/>
              <a:t>macOS</a:t>
            </a:r>
            <a:r>
              <a:rPr lang="en-US"/>
              <a:t> Catalina 10.15</a:t>
            </a:r>
            <a:endParaRPr lang="en-US"/>
          </a:p>
        </p:txBody>
      </p:sp>
      <p:sp>
        <p:nvSpPr>
          <p:cNvPr id="368351380" name="Text Placeholder 2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680319" y="5300148"/>
            <a:ext cx="9613861" cy="7883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Same Python file, no changes</a:t>
            </a:r>
            <a:r>
              <a:rPr lang="en"/>
              <a:t> between Windows and Mac</a:t>
            </a:r>
            <a:endParaRPr lang="en"/>
          </a:p>
          <a:p>
            <a:pPr>
              <a:defRPr/>
            </a:pPr>
            <a:r>
              <a:rPr lang="en"/>
              <a:t>*Windows will be shown later for demo</a:t>
            </a:r>
            <a:endParaRPr lang="en-US"/>
          </a:p>
        </p:txBody>
      </p:sp>
      <p:pic>
        <p:nvPicPr>
          <p:cNvPr id="947197798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59899" y="0"/>
            <a:ext cx="7538581" cy="4711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450640" name="Title 1"/>
          <p:cNvSpPr>
            <a:spLocks noGrp="1"/>
          </p:cNvSpPr>
          <p:nvPr>
            <p:ph type="ctrTitle"/>
          </p:nvPr>
        </p:nvSpPr>
        <p:spPr bwMode="auto">
          <a:xfrm>
            <a:off x="680321" y="2733708"/>
            <a:ext cx="8144133" cy="1373069"/>
          </a:xfrm>
        </p:spPr>
        <p:txBody>
          <a:bodyPr/>
          <a:lstStyle>
            <a:lvl1pPr algn="r">
              <a:defRPr sz="5400"/>
            </a:lvl1pPr>
          </a:lstStyle>
          <a:p>
            <a:pPr>
              <a:defRPr/>
            </a:pPr>
            <a:r>
              <a:rPr lang="en"/>
              <a:t>Demo</a:t>
            </a:r>
            <a:endParaRPr/>
          </a:p>
        </p:txBody>
      </p:sp>
      <p:sp>
        <p:nvSpPr>
          <p:cNvPr id="1958462883" name="Subtitle 2"/>
          <p:cNvSpPr>
            <a:spLocks noGrp="1"/>
          </p:cNvSpPr>
          <p:nvPr>
            <p:ph type="subTitle" idx="1"/>
          </p:nvPr>
        </p:nvSpPr>
        <p:spPr bwMode="auto">
          <a:xfrm>
            <a:off x="680321" y="4394038"/>
            <a:ext cx="8144133" cy="1117686"/>
          </a:xfrm>
        </p:spPr>
        <p:txBody>
          <a:bodyPr/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382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MY"/>
              <a:t>Improvement to add in the future</a:t>
            </a:r>
            <a:endParaRPr lang="en-US"/>
          </a:p>
        </p:txBody>
      </p:sp>
      <p:sp>
        <p:nvSpPr>
          <p:cNvPr id="11933771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</a:t>
            </a:r>
            <a:r>
              <a:rPr lang="en-US"/>
              <a:t>ound effect that </a:t>
            </a:r>
            <a:r>
              <a:rPr lang="en"/>
              <a:t>will </a:t>
            </a:r>
            <a:r>
              <a:rPr lang="en-US"/>
              <a:t>play when you press </a:t>
            </a:r>
            <a:r>
              <a:rPr lang="en"/>
              <a:t>the button</a:t>
            </a:r>
            <a:endParaRPr/>
          </a:p>
          <a:p>
            <a:pPr>
              <a:defRPr/>
            </a:pPr>
            <a:r>
              <a:rPr lang="en-US"/>
              <a:t>Extend </a:t>
            </a:r>
            <a:r>
              <a:rPr lang="en-US"/>
              <a:t>the limit of </a:t>
            </a:r>
            <a:r>
              <a:rPr lang="en-US"/>
              <a:t>number</a:t>
            </a:r>
            <a:endParaRPr/>
          </a:p>
          <a:p>
            <a:pPr>
              <a:defRPr/>
            </a:pPr>
            <a:r>
              <a:rPr lang="en-US"/>
              <a:t>Dark mode for </a:t>
            </a:r>
            <a:r>
              <a:rPr lang="en-US"/>
              <a:t>macOS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5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11777" name="Title 1"/>
          <p:cNvSpPr>
            <a:spLocks noGrp="1"/>
          </p:cNvSpPr>
          <p:nvPr>
            <p:ph type="ctrTitle"/>
          </p:nvPr>
        </p:nvSpPr>
        <p:spPr bwMode="auto">
          <a:xfrm>
            <a:off x="680321" y="2733708"/>
            <a:ext cx="8144133" cy="1373069"/>
          </a:xfrm>
        </p:spPr>
        <p:txBody>
          <a:bodyPr/>
          <a:lstStyle>
            <a:lvl1pPr algn="r">
              <a:defRPr sz="5400"/>
            </a:lvl1pPr>
          </a:lstStyle>
          <a:p>
            <a:pPr>
              <a:defRPr/>
            </a:pPr>
            <a:r>
              <a:rPr lang="en"/>
              <a:t>Conclusion</a:t>
            </a:r>
            <a:endParaRPr/>
          </a:p>
        </p:txBody>
      </p:sp>
      <p:sp>
        <p:nvSpPr>
          <p:cNvPr id="856629228" name="Subtitle 2"/>
          <p:cNvSpPr>
            <a:spLocks noGrp="1"/>
          </p:cNvSpPr>
          <p:nvPr>
            <p:ph type="subTitle" idx="1"/>
          </p:nvPr>
        </p:nvSpPr>
        <p:spPr bwMode="auto">
          <a:xfrm>
            <a:off x="680321" y="4394038"/>
            <a:ext cx="8144133" cy="1117686"/>
          </a:xfrm>
        </p:spPr>
        <p:txBody>
          <a:bodyPr/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47611" name="Title 1"/>
          <p:cNvSpPr>
            <a:spLocks noGrp="1"/>
          </p:cNvSpPr>
          <p:nvPr>
            <p:ph type="ctrTitle"/>
          </p:nvPr>
        </p:nvSpPr>
        <p:spPr bwMode="auto">
          <a:xfrm>
            <a:off x="680321" y="2733708"/>
            <a:ext cx="8144133" cy="1373069"/>
          </a:xfrm>
        </p:spPr>
        <p:txBody>
          <a:bodyPr/>
          <a:lstStyle>
            <a:lvl1pPr algn="r">
              <a:defRPr sz="5400"/>
            </a:lvl1pPr>
          </a:lstStyle>
          <a:p>
            <a:pPr>
              <a:defRPr/>
            </a:pPr>
            <a:r>
              <a:rPr lang="en"/>
              <a:t>Thank you!</a:t>
            </a:r>
            <a:endParaRPr/>
          </a:p>
        </p:txBody>
      </p:sp>
      <p:sp>
        <p:nvSpPr>
          <p:cNvPr id="1071387596" name="Subtitle 2"/>
          <p:cNvSpPr>
            <a:spLocks noGrp="1"/>
          </p:cNvSpPr>
          <p:nvPr>
            <p:ph type="subTitle" idx="1"/>
          </p:nvPr>
        </p:nvSpPr>
        <p:spPr bwMode="auto">
          <a:xfrm>
            <a:off x="680321" y="4394038"/>
            <a:ext cx="8144133" cy="1117686"/>
          </a:xfrm>
        </p:spPr>
        <p:txBody>
          <a:bodyPr/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Berlin">
      <a:fillStyleLst>
        <a:solidFill>
          <a:schemeClr val="phClr"/>
        </a:solidFill>
        <a:gradFill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Berlin">
      <a:fillStyleLst>
        <a:solidFill>
          <a:schemeClr val="phClr"/>
        </a:solidFill>
        <a:gradFill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0</TotalTime>
  <Words>0</Words>
  <Application>ONLYOFFICE/9.2.0.100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/>
  <cp:revision>27</cp:revision>
  <dcterms:created xsi:type="dcterms:W3CDTF">2020-10-13T02:11:00Z</dcterms:created>
  <dcterms:modified xsi:type="dcterms:W3CDTF">2025-12-24T15:33:42Z</dcterms:modified>
</cp:coreProperties>
</file>